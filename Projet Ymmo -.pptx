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Urbanist SemiBold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UrbanistSemiBold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UrbanistSemiBold-italic.fntdata"/><Relationship Id="rId23" Type="http://schemas.openxmlformats.org/officeDocument/2006/relationships/font" Target="fonts/Urbanist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regular.fntdata"/><Relationship Id="rId25" Type="http://schemas.openxmlformats.org/officeDocument/2006/relationships/font" Target="fonts/UrbanistSemiBold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b9e3346f5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b9e3346f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33.png"/><Relationship Id="rId7" Type="http://schemas.openxmlformats.org/officeDocument/2006/relationships/image" Target="../media/image24.png"/><Relationship Id="rId8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9" Type="http://schemas.openxmlformats.org/officeDocument/2006/relationships/image" Target="../media/image35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39467"/>
            <a:ext cx="110490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923157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PROJET </a:t>
            </a:r>
            <a:r>
              <a:rPr b="1" i="0" lang="en-US" sz="5400" u="none" cap="none" strike="noStrike">
                <a:solidFill>
                  <a:srgbClr val="00A3E0"/>
                </a:solidFill>
                <a:latin typeface="Urbanist"/>
                <a:ea typeface="Urbanist"/>
                <a:cs typeface="Urbanist"/>
                <a:sym typeface="Urbanist"/>
              </a:rPr>
              <a:t>YMMO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86791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Convergence Infrastructure Réseau &amp; Développement Applicatif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13474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Ynov 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| Bachelor 2 Informatique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53479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Souidi Mohamed - Haddad Ilyes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8350"/>
            <a:ext cx="528637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383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Contexte et Enjeux Métier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009650" y="2419350"/>
            <a:ext cx="46905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7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Structure du Groupe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9650" y="2886075"/>
            <a:ext cx="4467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Siège (Aix)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30 postes (Direction, RH, Compta).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9650" y="3286125"/>
            <a:ext cx="44672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Agences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12 sites nationaux de 5 commerciaux.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419350"/>
            <a:ext cx="4467225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1790700"/>
            <a:ext cx="52006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Connectivité VPN IPsec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46697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Déploiement d'une architecture réseau sécurisée reliant le siège aux 12 agences nationales.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000125" y="3495675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Tunnels Site-à-Site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Chiffrement des flux.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000125" y="4019550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Plan d'adressage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Segmentation par VLANs.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00125" y="4543425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Services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DHCP, DNS et NAT centralisés.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24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481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720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323700" y="231325"/>
            <a:ext cx="5200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PARTIE 1 : INFRASTRUCTURE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Active Directory &amp; Windows Server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1000125" y="2971800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Windows Server 2022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Administration centralisée du domaine Ymmo.local.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000125" y="3495675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Structure AD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Unités Organisationnelles (OU) segmentées par agence et par pôle métier.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00125" y="4019550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Serveur de Fichiers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Gestion fine des droits d'accès via ACL et quotas.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00125" y="4543425"/>
            <a:ext cx="10620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Gestion Impression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Centralisation des 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13 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imprimantes du réseau agences.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0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242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481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720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7937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47937"/>
            <a:ext cx="3492549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47937"/>
            <a:ext cx="3492549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571500" y="571500"/>
            <a:ext cx="11601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Sécurité et Stratégies GPO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1200150"/>
            <a:ext cx="11049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784223" y="3614737"/>
            <a:ext cx="3067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7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Verrouillage USB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57250" y="4081462"/>
            <a:ext cx="292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Restriction des périphériques amovibles pour prévenir l'introduction de malwares.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562523" y="3614737"/>
            <a:ext cx="3067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7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Contrôle Panel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635549" y="4081462"/>
            <a:ext cx="292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Interdiction de modification des paramètres réseaux et pare-feu par les commerciaux.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340822" y="3614737"/>
            <a:ext cx="3067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7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Mots de passe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413849" y="4081462"/>
            <a:ext cx="2921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Force de complexité et rotation obligatoire tous les 90 jours via l'AD.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6250" y="292893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92893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928937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5619750" y="857250"/>
            <a:ext cx="952500" cy="57150"/>
          </a:xfrm>
          <a:prstGeom prst="rect">
            <a:avLst/>
          </a:prstGeom>
          <a:solidFill>
            <a:srgbClr val="78BE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295275" y="1200150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DÉVELOPPEMENT &amp; ANALYSE DATA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2124075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27975" y="2464550"/>
            <a:ext cx="2407800" cy="248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275" y="2667950"/>
            <a:ext cx="2266027" cy="2483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98675" y="2529975"/>
            <a:ext cx="4255400" cy="25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00" y="2022325"/>
            <a:ext cx="5546600" cy="415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2325" y="2231200"/>
            <a:ext cx="3259900" cy="40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295275" y="1200150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BASE DE DONNÉES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383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Architecture Backend &amp; SQL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71500" y="20383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7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Stack Technologique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38100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Sécurité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GRANT SELECT restrictif pour le moindre privilège.</a:t>
            </a:r>
            <a:endParaRPr/>
          </a:p>
        </p:txBody>
      </p:sp>
      <p:pic>
        <p:nvPicPr>
          <p:cNvPr descr="image.png" id="180" name="Google Shape;18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383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25146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FastAPI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Framework asynchrone performant.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2943225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PostgreSQL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Persistance via schéma isolé.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33718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Psycopg2 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Driver SQL avec RealDictCursor.</a:t>
            </a:r>
            <a:endParaRPr/>
          </a:p>
        </p:txBody>
      </p:sp>
      <p:pic>
        <p:nvPicPr>
          <p:cNvPr descr="image.png" id="184" name="Google Shape;18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669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956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4242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9050" y="1695450"/>
            <a:ext cx="1952625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77425" y="1695450"/>
            <a:ext cx="1743075" cy="449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695450"/>
            <a:ext cx="67818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Frontend &amp; UX Responsive</a:t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5505450"/>
            <a:ext cx="6781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Mobile First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Interface adaptée aux agents sur le terrain via tablettes.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7890271" y="2762250"/>
            <a:ext cx="14501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7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Fetch API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7924800" y="3228975"/>
            <a:ext cx="13811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Chargement asynchrone des biens immobiliers sans rafraîchissement de page.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0133885" y="2762250"/>
            <a:ext cx="1230153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D7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Bootstrap 5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10163175" y="3552825"/>
            <a:ext cx="1171575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Design épuré et composants réutilisables pour une maintenance agile.</a:t>
            </a:r>
            <a:endParaRPr/>
          </a:p>
        </p:txBody>
      </p:sp>
      <p:pic>
        <p:nvPicPr>
          <p:cNvPr descr="image.png" id="202" name="Google Shape;20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695450"/>
            <a:ext cx="67818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5337" y="20764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491787" y="2076450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0200"/>
            <a:ext cx="11049000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Analyse Data &amp; BI Immo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48387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Agrégation SQL en temps réel : Prix moyen des biens par ville pour l'aide à la décision stratégique.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Méthodologie et Versioning</a:t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571500" y="12001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571500" y="416242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10733" y="3471862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D7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Cadrage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71500" y="382428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Analyse des besoins et plan d'adressage IP.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3383413" y="3852862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D7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Infra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3444180" y="420528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VMware, AD et Tunnels VPN IPsec.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6256094" y="3471862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D7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Dev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6316860" y="382428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FastAPI, SQL et Frontend JS Fetch.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9128774" y="3852862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D72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Livrables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9189541" y="4205287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GitHub, Documentation et Soutenance.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1691580" y="408622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78BE2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4564260" y="408622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78BE2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7436941" y="408622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78BE2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10309621" y="408622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78BE2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295275" y="204787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MERCI !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71500" y="31527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Place à la démonstration technique et à vos questions.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